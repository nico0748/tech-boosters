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822960"/>
            <a:ext cx="2286000" cy="5212080"/>
          </a:xfrm>
          <a:prstGeom prst="roundRect">
            <a:avLst>
              <a:gd name="adj" fmla="val 3000"/>
            </a:avLst>
          </a:prstGeom>
          <a:solidFill>
            <a:srgbClr val="F1F3F4"/>
          </a:solidFill>
          <a:ln w="25400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6400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BC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AIクライアント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92024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Claude Desktop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39"/>
            <a:ext cx="192024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Cursor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192024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VS Code Copilot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80559"/>
            <a:ext cx="192024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MCP対応エージェント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548640"/>
            <a:ext cx="5120640" cy="5806440"/>
          </a:xfrm>
          <a:prstGeom prst="roundRect">
            <a:avLst>
              <a:gd name="adj" fmla="val 3000"/>
            </a:avLst>
          </a:prstGeom>
          <a:solidFill>
            <a:srgbClr val="FBE9E9"/>
          </a:solidFill>
          <a:ln w="2540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02152" y="365759"/>
            <a:ext cx="3657600" cy="365760"/>
          </a:xfrm>
          <a:prstGeom prst="roundRect">
            <a:avLst>
              <a:gd name="adj" fmla="val 25000"/>
            </a:avLst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HexStrike MCPサーバー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188720"/>
            <a:ext cx="4389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決定エンジン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標的を分析し最適なツールと手順を選ぶ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468880"/>
            <a:ext cx="4389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12種超の自律エージェント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バグバウンティ・CTF・CVE調査・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エクスプロイト生成 など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703320"/>
            <a:ext cx="438912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67911" y="3520439"/>
            <a:ext cx="4023360" cy="365760"/>
          </a:xfrm>
          <a:prstGeom prst="roundRect">
            <a:avLst>
              <a:gd name="adj" fmla="val 25000"/>
            </a:avLst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150種超のセキュリティツール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420624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22225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ネットワーク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25+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420624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22225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Webアプリ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40+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420624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22225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クラウド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20+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507492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22225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バイナリ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25+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507492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22225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CTF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20+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5074920"/>
            <a:ext cx="1280160" cy="7315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22225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OSINT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20+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1760" y="2743200"/>
            <a:ext cx="685800" cy="0"/>
          </a:xfrm>
          <a:prstGeom prst="line">
            <a:avLst/>
          </a:prstGeom>
          <a:ln w="25400">
            <a:solidFill>
              <a:srgbClr val="87121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70048" y="2432304"/>
            <a:ext cx="64008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MCP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371600"/>
            <a:ext cx="2697480" cy="3657600"/>
          </a:xfrm>
          <a:prstGeom prst="roundRect">
            <a:avLst>
              <a:gd name="adj" fmla="val 3000"/>
            </a:avLst>
          </a:prstGeom>
          <a:solidFill>
            <a:srgbClr val="F1F3F4"/>
          </a:solidFill>
          <a:ln w="25400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62872" y="1188720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BC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実行先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828800"/>
            <a:ext cx="2468880" cy="2926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4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許可を得た</a:t>
            </a:r>
          </a:p>
          <a:p>
            <a:pPr algn="ctr"/>
            <a:r>
              <a:rPr sz="14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検証環境だけを</a:t>
            </a:r>
          </a:p>
          <a:p>
            <a:pPr algn="ctr"/>
            <a:r>
              <a:rPr sz="14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対象にする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58200" y="3200400"/>
            <a:ext cx="640080" cy="0"/>
          </a:xfrm>
          <a:prstGeom prst="line">
            <a:avLst/>
          </a:prstGeom>
          <a:ln w="25400">
            <a:solidFill>
              <a:srgbClr val="8712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03919" y="2889504"/>
            <a:ext cx="5486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実行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AIクライアント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「nmapで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スキャンして」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9000" y="13716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22225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hexstrike_mcp.py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MCPツールを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受け取る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 w="22225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hexstrike_server.py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Flaskサーバー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/api/tools/nmap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13716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ツールを実行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subprocessで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nmapを起動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40" y="2057400"/>
            <a:ext cx="594360" cy="0"/>
          </a:xfrm>
          <a:prstGeom prst="line">
            <a:avLst/>
          </a:prstGeom>
          <a:ln w="25400">
            <a:solidFill>
              <a:srgbClr val="8712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446020" y="1746504"/>
            <a:ext cx="137160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MCP呼び出し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06440" y="2057400"/>
            <a:ext cx="594360" cy="0"/>
          </a:xfrm>
          <a:prstGeom prst="line">
            <a:avLst/>
          </a:prstGeom>
          <a:ln w="25400">
            <a:solidFill>
              <a:srgbClr val="8712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17820" y="1746504"/>
            <a:ext cx="137160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HTTP POST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0" y="2057400"/>
            <a:ext cx="594360" cy="0"/>
          </a:xfrm>
          <a:prstGeom prst="line">
            <a:avLst/>
          </a:prstGeom>
          <a:ln w="25400">
            <a:solidFill>
              <a:srgbClr val="8712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89619" y="1746504"/>
            <a:ext cx="137160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コマンド起動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3931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結果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出力を整形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（スマートキャッシュ）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61320" y="2743200"/>
            <a:ext cx="0" cy="1188720"/>
          </a:xfrm>
          <a:prstGeom prst="line">
            <a:avLst/>
          </a:prstGeom>
          <a:ln w="25400">
            <a:solidFill>
              <a:srgbClr val="8712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80160" y="4526280"/>
            <a:ext cx="8092440" cy="0"/>
          </a:xfrm>
          <a:prstGeom prst="line">
            <a:avLst/>
          </a:prstGeom>
          <a:ln w="25400">
            <a:solidFill>
              <a:srgbClr val="8712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40479" y="4215384"/>
            <a:ext cx="292608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871212"/>
                </a:solidFill>
                <a:latin typeface="Hiragino Sans"/>
                <a:ea typeface="Hiragino Sans"/>
                <a:cs typeface="Hiragino Sans"/>
              </a:rPr>
              <a:t>結果をAIクライアントに返す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005840" y="2743200"/>
            <a:ext cx="0" cy="1188720"/>
          </a:xfrm>
          <a:prstGeom prst="line">
            <a:avLst/>
          </a:prstGeom>
          <a:ln w="25400">
            <a:solidFill>
              <a:srgbClr val="8712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5394960"/>
            <a:ext cx="109728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3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決定エンジンがツールの選択とパラメータの最適化を自動で行う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