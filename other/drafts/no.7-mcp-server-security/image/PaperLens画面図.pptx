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c_PaperLens画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96112"/>
            <a:ext cx="8046720" cy="50524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896112"/>
            <a:ext cx="8046720" cy="5052464"/>
          </a:xfrm>
          <a:prstGeom prst="rect">
            <a:avLst/>
          </a:prstGeom>
          <a:noFill/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831" y="2330289"/>
            <a:ext cx="4050729" cy="2961411"/>
          </a:xfrm>
          <a:prstGeom prst="rect">
            <a:avLst/>
          </a:prstGeom>
          <a:noFill/>
          <a:ln w="381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52560" y="914400"/>
            <a:ext cx="2880360" cy="868680"/>
          </a:xfrm>
          <a:prstGeom prst="roundRect">
            <a:avLst>
              <a:gd name="adj" fmla="val 8000"/>
            </a:avLst>
          </a:prstGeom>
          <a:solidFill>
            <a:srgbClr val="E9F0FB"/>
          </a:solidFill>
          <a:ln w="19050">
            <a:solidFill>
              <a:srgbClr val="3B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0"/>
            <a:ext cx="2880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B6EC9"/>
                </a:solidFill>
                <a:latin typeface="Hiragino Sans"/>
                <a:ea typeface="Hiragino Sans"/>
                <a:cs typeface="Hiragino Sans"/>
              </a:rPr>
              <a:t>Claude Code</a:t>
            </a:r>
          </a:p>
          <a:p>
            <a:pPr algn="ctr"/>
            <a:r>
              <a:rPr sz="1400" b="1">
                <a:solidFill>
                  <a:srgbClr val="3B6EC9"/>
                </a:solidFill>
                <a:latin typeface="Hiragino Sans"/>
                <a:ea typeface="Hiragino Sans"/>
                <a:cs typeface="Hiragino Sans"/>
              </a:rPr>
              <a:t>Claude Desktop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492740" y="1783080"/>
            <a:ext cx="0" cy="640080"/>
          </a:xfrm>
          <a:prstGeom prst="line">
            <a:avLst/>
          </a:prstGeom>
          <a:ln w="25400">
            <a:solidFill>
              <a:srgbClr val="0E7C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602467" y="19659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tools/call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423160"/>
            <a:ext cx="2880360" cy="150876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56032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PaperLens MCPサーバ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3154680"/>
            <a:ext cx="2240280" cy="457200"/>
          </a:xfrm>
          <a:prstGeom prst="roundRect">
            <a:avLst>
              <a:gd name="adj" fmla="val 20000"/>
            </a:avLst>
          </a:prstGeom>
          <a:solidFill>
            <a:srgbClr val="FBEBEA"/>
          </a:solidFill>
          <a:ln w="127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3154680"/>
            <a:ext cx="2240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書き込み系ツール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8211560" y="3383280"/>
            <a:ext cx="841000" cy="0"/>
          </a:xfrm>
          <a:prstGeom prst="line">
            <a:avLst/>
          </a:prstGeom>
          <a:ln w="31750">
            <a:solidFill>
              <a:srgbClr val="D943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11560" y="3054096"/>
            <a:ext cx="840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書き込む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4206240"/>
            <a:ext cx="2880360" cy="10515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943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PAPERLENS_MCP_READONLY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66344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付けると公開されない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