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868680"/>
            <a:ext cx="6629400" cy="36118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21792"/>
            <a:ext cx="2948940" cy="493776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リザバー（カオス的）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868680"/>
            <a:ext cx="4389120" cy="361188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2286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26679" y="621792"/>
            <a:ext cx="1748790" cy="493776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読み出し層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76657" y="1542248"/>
            <a:ext cx="6587183" cy="433550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58457" y="1516046"/>
            <a:ext cx="5005383" cy="444260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71772" y="1559570"/>
            <a:ext cx="3992068" cy="420772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44036" y="1542969"/>
            <a:ext cx="2919804" cy="424951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4515" y="1658448"/>
            <a:ext cx="1359325" cy="355733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7796" y="2359411"/>
            <a:ext cx="6816044" cy="31390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325740" y="2474125"/>
            <a:ext cx="5538100" cy="49100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91692" y="2276238"/>
            <a:ext cx="3872148" cy="71519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56624" y="2499655"/>
            <a:ext cx="2407216" cy="70352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526738" y="2442180"/>
            <a:ext cx="1337102" cy="16436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88054" y="2800533"/>
            <a:ext cx="6775786" cy="366028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05399" y="2807865"/>
            <a:ext cx="5258441" cy="369946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668694" y="2837885"/>
            <a:ext cx="4195146" cy="395011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845260" y="2874423"/>
            <a:ext cx="3018580" cy="422136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381020" y="2936720"/>
            <a:ext cx="1482820" cy="452212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524962" y="2489530"/>
            <a:ext cx="185091" cy="56328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45862" y="1525091"/>
            <a:ext cx="1126991" cy="66622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04835" y="1815481"/>
            <a:ext cx="7499" cy="417157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960281" y="1643647"/>
            <a:ext cx="611080" cy="486351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27434" y="1595584"/>
            <a:ext cx="1415069" cy="672577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864833" y="3344088"/>
            <a:ext cx="1105392" cy="89265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01958" y="1755553"/>
            <a:ext cx="138851" cy="1213404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295355" y="1501570"/>
            <a:ext cx="1143342" cy="2239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98029" y="1692782"/>
            <a:ext cx="1054935" cy="1321151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316468" y="2633921"/>
            <a:ext cx="957891" cy="518566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4872515" y="1695979"/>
            <a:ext cx="1181669" cy="1585666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46032" y="2385637"/>
            <a:ext cx="842723" cy="109893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194839" y="1815063"/>
            <a:ext cx="92430" cy="140711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426695" y="1723541"/>
            <a:ext cx="188481" cy="1261028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570809" y="2398810"/>
            <a:ext cx="1020168" cy="677421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399913" y="2719905"/>
            <a:ext cx="613082" cy="57412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848788" y="2586763"/>
            <a:ext cx="18863" cy="381088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840229" y="2557454"/>
            <a:ext cx="1289220" cy="663611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96183" y="1745142"/>
            <a:ext cx="48749" cy="301542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212344" y="1700338"/>
            <a:ext cx="331289" cy="638097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19242" y="1673322"/>
            <a:ext cx="730494" cy="694282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4781189" y="2739331"/>
            <a:ext cx="332536" cy="408986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648435" y="1740940"/>
            <a:ext cx="75025" cy="1374748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22535" y="1616219"/>
            <a:ext cx="770221" cy="52704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308128" y="1650681"/>
            <a:ext cx="1177214" cy="751414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3699102" y="1763195"/>
            <a:ext cx="48749" cy="301542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3687469" y="3266769"/>
            <a:ext cx="739597" cy="45893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4899417" y="868680"/>
            <a:ext cx="495543" cy="484232"/>
          </a:xfrm>
          <a:prstGeom prst="line">
            <a:avLst/>
          </a:prstGeom>
          <a:ln w="127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94960" y="868680"/>
            <a:ext cx="728706" cy="592331"/>
          </a:xfrm>
          <a:prstGeom prst="line">
            <a:avLst/>
          </a:prstGeom>
          <a:ln w="127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266216" y="868680"/>
            <a:ext cx="128744" cy="1479731"/>
          </a:xfrm>
          <a:prstGeom prst="line">
            <a:avLst/>
          </a:prstGeom>
          <a:ln w="127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94960" y="868680"/>
            <a:ext cx="806992" cy="1394657"/>
          </a:xfrm>
          <a:prstGeom prst="line">
            <a:avLst/>
          </a:prstGeom>
          <a:ln w="127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56487" y="1318124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438656" y="1287140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52307" y="1327213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525605" y="1302368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090743" y="1394891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7174" y="2148130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905124" y="2314778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71104" y="2062042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036090" y="2365838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06130" y="2250889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67736" y="2967594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85294" y="2982259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248996" y="3042299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426663" y="3115375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69543" y="3239969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48028" y="3931920"/>
            <a:ext cx="649224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状態</a:t>
            </a:r>
          </a:p>
        </p:txBody>
      </p:sp>
      <p:pic>
        <p:nvPicPr>
          <p:cNvPr id="68" name="Picture 67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252" y="3954018"/>
            <a:ext cx="443484" cy="32156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840736" y="3931920"/>
            <a:ext cx="1348739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　再帰結合</a:t>
            </a:r>
          </a:p>
        </p:txBody>
      </p:sp>
      <p:pic>
        <p:nvPicPr>
          <p:cNvPr id="70" name="Picture 69" descr="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475" y="3960876"/>
            <a:ext cx="216408" cy="30784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405883" y="3931920"/>
            <a:ext cx="1115568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（固定）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63840" y="1737360"/>
            <a:ext cx="1554480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682" y="2037588"/>
            <a:ext cx="272796" cy="40538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863840" y="251460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E8A82"/>
                </a:solidFill>
                <a:latin typeface="Noto Sans CJK JP"/>
                <a:ea typeface="Noto Sans CJK JP"/>
              </a:rPr>
              <a:t>学習する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418319" y="2423160"/>
            <a:ext cx="704088" cy="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122407" y="2075688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m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3106" y="2244090"/>
            <a:ext cx="193548" cy="3581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915906" y="1618487"/>
            <a:ext cx="649224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出力</a:t>
            </a:r>
          </a:p>
        </p:txBody>
      </p:sp>
      <p:pic>
        <p:nvPicPr>
          <p:cNvPr id="79" name="Picture 78" descr="m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130" y="1640585"/>
            <a:ext cx="458724" cy="321564"/>
          </a:xfrm>
          <a:prstGeom prst="rect">
            <a:avLst/>
          </a:prstGeom>
        </p:spPr>
      </p:pic>
      <p:cxnSp>
        <p:nvCxnSpPr>
          <p:cNvPr id="80" name="Connector 79"/>
          <p:cNvCxnSpPr/>
          <p:nvPr/>
        </p:nvCxnSpPr>
        <p:spPr>
          <a:xfrm>
            <a:off x="10817352" y="2423160"/>
            <a:ext cx="704088" cy="0"/>
          </a:xfrm>
          <a:prstGeom prst="line">
            <a:avLst/>
          </a:prstGeom>
          <a:ln w="228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521440" y="548640"/>
            <a:ext cx="0" cy="1874520"/>
          </a:xfrm>
          <a:prstGeom prst="line">
            <a:avLst/>
          </a:prstGeom>
          <a:ln w="228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5394960" y="548640"/>
            <a:ext cx="6126480" cy="0"/>
          </a:xfrm>
          <a:prstGeom prst="line">
            <a:avLst/>
          </a:prstGeom>
          <a:ln w="228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394960" y="548640"/>
            <a:ext cx="0" cy="320040"/>
          </a:xfrm>
          <a:prstGeom prst="line">
            <a:avLst/>
          </a:prstGeom>
          <a:ln w="228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192012" y="84328"/>
            <a:ext cx="2048255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出力フィードバック</a:t>
            </a:r>
          </a:p>
        </p:txBody>
      </p:sp>
      <p:pic>
        <p:nvPicPr>
          <p:cNvPr id="85" name="Picture 84" descr="m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0268" y="104394"/>
            <a:ext cx="283464" cy="28498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523732" y="84328"/>
            <a:ext cx="1011936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（固定）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514600" y="4800600"/>
            <a:ext cx="4709160" cy="1828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m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5150" y="4969001"/>
            <a:ext cx="3528060" cy="284988"/>
          </a:xfrm>
          <a:prstGeom prst="rect">
            <a:avLst/>
          </a:prstGeom>
        </p:spPr>
      </p:pic>
      <p:pic>
        <p:nvPicPr>
          <p:cNvPr id="89" name="Picture 88" descr="m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7540" y="5376672"/>
            <a:ext cx="3383280" cy="310896"/>
          </a:xfrm>
          <a:prstGeom prst="rect">
            <a:avLst/>
          </a:prstGeom>
        </p:spPr>
      </p:pic>
      <p:pic>
        <p:nvPicPr>
          <p:cNvPr id="90" name="Picture 89" descr="m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6120" y="5810249"/>
            <a:ext cx="3246120" cy="284988"/>
          </a:xfrm>
          <a:prstGeom prst="rect">
            <a:avLst/>
          </a:prstGeom>
        </p:spPr>
      </p:pic>
      <p:pic>
        <p:nvPicPr>
          <p:cNvPr id="91" name="Picture 90" descr="m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2839" y="6230874"/>
            <a:ext cx="175260" cy="24841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078099" y="6202680"/>
            <a:ext cx="1931669" cy="3048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：ランダム・固定（</a:t>
            </a:r>
          </a:p>
        </p:txBody>
      </p:sp>
      <p:pic>
        <p:nvPicPr>
          <p:cNvPr id="93" name="Picture 92" descr="m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9769" y="6230874"/>
            <a:ext cx="477011" cy="248412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486781" y="6202680"/>
            <a:ext cx="1348739" cy="3048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でカオス的）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635240" y="4800600"/>
            <a:ext cx="2011680" cy="1828800"/>
          </a:xfrm>
          <a:prstGeom prst="roundRect">
            <a:avLst>
              <a:gd name="adj" fmla="val 16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  <a:ea typeface="Noto Sans CJK JP"/>
              </a:rPr>
              <a:t>RLS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CJK JP"/>
                <a:ea typeface="Noto Sans CJK JP"/>
              </a:rPr>
              <a:t>毎ステップ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CJK JP"/>
                <a:ea typeface="Noto Sans CJK JP"/>
              </a:rPr>
              <a:t>少しずつ直す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641080" y="3108960"/>
            <a:ext cx="0" cy="1691640"/>
          </a:xfrm>
          <a:prstGeom prst="line">
            <a:avLst/>
          </a:prstGeom>
          <a:ln w="22860">
            <a:solidFill>
              <a:srgbClr val="1E8A82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9966959" y="521208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m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0518" y="5444490"/>
            <a:ext cx="458724" cy="321564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9966959" y="5824728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E8A82"/>
                </a:solidFill>
                <a:latin typeface="Noto Sans CJK JP"/>
                <a:ea typeface="Noto Sans CJK JP"/>
              </a:rPr>
              <a:t>誤差</a:t>
            </a:r>
          </a:p>
        </p:txBody>
      </p:sp>
      <p:cxnSp>
        <p:nvCxnSpPr>
          <p:cNvPr id="100" name="Connector 99"/>
          <p:cNvCxnSpPr/>
          <p:nvPr/>
        </p:nvCxnSpPr>
        <p:spPr>
          <a:xfrm flipH="1">
            <a:off x="9646920" y="5715000"/>
            <a:ext cx="320039" cy="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469880" y="2770632"/>
            <a:ext cx="0" cy="2441448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11155680" y="4800600"/>
            <a:ext cx="777240" cy="1828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155680" y="5212080"/>
            <a:ext cx="7772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目標</a:t>
            </a:r>
          </a:p>
        </p:txBody>
      </p:sp>
      <p:pic>
        <p:nvPicPr>
          <p:cNvPr id="104" name="Picture 103" descr="m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11128" y="5782818"/>
            <a:ext cx="466344" cy="321564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 flipH="1">
            <a:off x="10972800" y="5715000"/>
            <a:ext cx="182880" cy="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20040" y="5184648"/>
            <a:ext cx="457200" cy="0"/>
          </a:xfrm>
          <a:prstGeom prst="line">
            <a:avLst/>
          </a:prstGeom>
          <a:ln w="25400">
            <a:solidFill>
              <a:srgbClr val="2E5E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822960" y="4983480"/>
            <a:ext cx="1828800" cy="4114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F3A5C"/>
                </a:solidFill>
                <a:latin typeface="Noto Sans CJK JP"/>
                <a:ea typeface="Noto Sans CJK JP"/>
              </a:rPr>
              <a:t>固定（学習しない）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20040" y="5687568"/>
            <a:ext cx="457200" cy="0"/>
          </a:xfrm>
          <a:prstGeom prst="line">
            <a:avLst/>
          </a:prstGeom>
          <a:ln w="25400">
            <a:solidFill>
              <a:srgbClr val="1E8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22960" y="5486400"/>
            <a:ext cx="1828800" cy="4114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F3A5C"/>
                </a:solidFill>
                <a:latin typeface="Noto Sans CJK JP"/>
                <a:ea typeface="Noto Sans CJK JP"/>
              </a:rPr>
              <a:t>学習する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320040" y="6190488"/>
            <a:ext cx="4572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822960" y="5989320"/>
            <a:ext cx="1828800" cy="4114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F3A5C"/>
                </a:solidFill>
                <a:latin typeface="Noto Sans CJK JP"/>
                <a:ea typeface="Noto Sans CJK JP"/>
              </a:rPr>
              <a:t>フィードバック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