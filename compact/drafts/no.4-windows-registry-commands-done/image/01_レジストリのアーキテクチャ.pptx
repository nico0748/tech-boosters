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103327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411480"/>
            <a:ext cx="11567160" cy="3611880"/>
          </a:xfrm>
          <a:prstGeom prst="roundRect">
            <a:avLst>
              <a:gd name="adj" fmla="val 4000"/>
            </a:avLst>
          </a:prstGeom>
          <a:solidFill>
            <a:srgbClr val="EEF3F9"/>
          </a:solidFill>
          <a:ln w="2286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64592"/>
            <a:ext cx="2228850" cy="493776"/>
          </a:xfrm>
          <a:prstGeom prst="roundRect">
            <a:avLst>
              <a:gd name="adj" fmla="val 50000"/>
            </a:avLst>
          </a:prstGeom>
          <a:solidFill>
            <a:srgbClr val="2E5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JP"/>
                <a:ea typeface="Noto Sans CJK JP"/>
              </a:rPr>
              <a:t>ユーザーモード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77639" y="777240"/>
            <a:ext cx="1783080" cy="8229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>
                <a:solidFill>
                  <a:srgbClr val="1F3A5C"/>
                </a:solidFill>
                <a:latin typeface="Noto Sans CJK JP"/>
                <a:ea typeface="Noto Sans CJK JP"/>
              </a:rPr>
              <a:t>regedit.exe</a:t>
            </a:r>
          </a:p>
          <a:p>
            <a:pPr algn="ctr"/>
            <a:r>
              <a:rPr sz="1300" b="0">
                <a:solidFill>
                  <a:srgbClr val="6B7280"/>
                </a:solidFill>
                <a:latin typeface="Noto Sans CJK JP"/>
                <a:ea typeface="Noto Sans CJK JP"/>
              </a:rPr>
              <a:t>GUI で見て編集する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869179" y="1600200"/>
            <a:ext cx="0" cy="320040"/>
          </a:xfrm>
          <a:prstGeom prst="line">
            <a:avLst/>
          </a:prstGeom>
          <a:ln w="1905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897880" y="777240"/>
            <a:ext cx="1783080" cy="8229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>
                <a:solidFill>
                  <a:srgbClr val="1F3A5C"/>
                </a:solidFill>
                <a:latin typeface="Noto Sans CJK JP"/>
                <a:ea typeface="Noto Sans CJK JP"/>
              </a:rPr>
              <a:t>reg.exe</a:t>
            </a:r>
          </a:p>
          <a:p>
            <a:pPr algn="ctr"/>
            <a:r>
              <a:rPr sz="1300" b="0">
                <a:solidFill>
                  <a:srgbClr val="6B7280"/>
                </a:solidFill>
                <a:latin typeface="Noto Sans CJK JP"/>
                <a:ea typeface="Noto Sans CJK JP"/>
              </a:rPr>
              <a:t>コマンドで読み書き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789420" y="1600200"/>
            <a:ext cx="0" cy="320040"/>
          </a:xfrm>
          <a:prstGeom prst="line">
            <a:avLst/>
          </a:prstGeom>
          <a:ln w="1905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818120" y="777240"/>
            <a:ext cx="1783080" cy="8229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>
                <a:solidFill>
                  <a:srgbClr val="1F3A5C"/>
                </a:solidFill>
                <a:latin typeface="Noto Sans CJK JP"/>
                <a:ea typeface="Noto Sans CJK JP"/>
              </a:rPr>
              <a:t>PowerShell</a:t>
            </a:r>
          </a:p>
          <a:p>
            <a:pPr algn="ctr"/>
            <a:r>
              <a:rPr sz="1300" b="0">
                <a:solidFill>
                  <a:srgbClr val="6B7280"/>
                </a:solidFill>
                <a:latin typeface="Noto Sans CJK JP"/>
                <a:ea typeface="Noto Sans CJK JP"/>
              </a:rPr>
              <a:t>スクリプトで操作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709660" y="1600200"/>
            <a:ext cx="0" cy="320040"/>
          </a:xfrm>
          <a:prstGeom prst="line">
            <a:avLst/>
          </a:prstGeom>
          <a:ln w="1905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738360" y="777240"/>
            <a:ext cx="1783080" cy="8229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>
                <a:solidFill>
                  <a:srgbClr val="1F3A5C"/>
                </a:solidFill>
                <a:latin typeface="Noto Sans CJK JP"/>
                <a:ea typeface="Noto Sans CJK JP"/>
              </a:rPr>
              <a:t>アプリ</a:t>
            </a:r>
          </a:p>
          <a:p>
            <a:pPr algn="ctr"/>
            <a:r>
              <a:rPr sz="1300" b="0">
                <a:solidFill>
                  <a:srgbClr val="6B7280"/>
                </a:solidFill>
                <a:latin typeface="Noto Sans CJK JP"/>
                <a:ea typeface="Noto Sans CJK JP"/>
              </a:rPr>
              <a:t>自分の設定を保存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629900" y="1600200"/>
            <a:ext cx="0" cy="320040"/>
          </a:xfrm>
          <a:prstGeom prst="line">
            <a:avLst/>
          </a:prstGeom>
          <a:ln w="1905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977639" y="1920240"/>
            <a:ext cx="7543800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>
                <a:solidFill>
                  <a:srgbClr val="1F3A5C"/>
                </a:solidFill>
                <a:latin typeface="Noto Sans CJK JP"/>
                <a:ea typeface="Noto Sans CJK JP"/>
              </a:rPr>
              <a:t>レジストリ API（advapi32.dll / KernelBase.dll）</a:t>
            </a:r>
          </a:p>
          <a:p>
            <a:pPr algn="ctr"/>
            <a:r>
              <a:rPr sz="1300" b="0">
                <a:solidFill>
                  <a:srgbClr val="6B7280"/>
                </a:solidFill>
                <a:latin typeface="Noto Sans CJK JP"/>
                <a:ea typeface="Noto Sans CJK JP"/>
              </a:rPr>
              <a:t>アプリが呼ぶ窓口。キーを開く・値を読む・書く関数を提供（RegOpenKeyEx など）</a:t>
            </a:r>
          </a:p>
          <a:p>
            <a:pPr algn="ctr"/>
            <a:r>
              <a:rPr sz="1300" b="0">
                <a:solidFill>
                  <a:srgbClr val="6B7280"/>
                </a:solidFill>
                <a:latin typeface="Noto Sans CJK JP"/>
                <a:ea typeface="Noto Sans CJK JP"/>
              </a:rPr>
              <a:t>HKCU などのルートキーを、カーネルが分かるパスに変換する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49540" y="2788920"/>
            <a:ext cx="0" cy="274320"/>
          </a:xfrm>
          <a:prstGeom prst="line">
            <a:avLst/>
          </a:prstGeom>
          <a:ln w="1905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977639" y="3063240"/>
            <a:ext cx="75438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>
                <a:solidFill>
                  <a:srgbClr val="1F3A5C"/>
                </a:solidFill>
                <a:latin typeface="Noto Sans CJK JP"/>
                <a:ea typeface="Noto Sans CJK JP"/>
              </a:rPr>
              <a:t>ntdll.dll</a:t>
            </a:r>
          </a:p>
          <a:p>
            <a:pPr algn="ctr"/>
            <a:r>
              <a:rPr sz="1300" b="0">
                <a:solidFill>
                  <a:srgbClr val="6B7280"/>
                </a:solidFill>
                <a:latin typeface="Noto Sans CJK JP"/>
                <a:ea typeface="Noto Sans CJK JP"/>
              </a:rPr>
              <a:t>API の呼び出しをシステムコールにして、カーネルへ渡す（NtOpenKey など）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777240"/>
            <a:ext cx="315468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73152" tIns="27432" bIns="27432"/>
          <a:lstStyle/>
          <a:p>
            <a:pPr algn="l"/>
            <a:r>
              <a:rPr sz="1600" b="1">
                <a:solidFill>
                  <a:srgbClr val="1F3A5C"/>
                </a:solidFill>
                <a:latin typeface="Noto Sans CJK JP"/>
                <a:ea typeface="Noto Sans CJK JP"/>
              </a:rPr>
              <a:t>ルートキーの変換先</a:t>
            </a:r>
          </a:p>
          <a:p>
            <a:pPr algn="l"/>
            <a:r>
              <a:rPr sz="1300" b="0">
                <a:solidFill>
                  <a:srgbClr val="1F3A5C"/>
                </a:solidFill>
                <a:latin typeface="Noto Sans CJK JP"/>
                <a:ea typeface="Noto Sans CJK JP"/>
              </a:rPr>
              <a:t>HKLM → \Registry\Machine</a:t>
            </a:r>
          </a:p>
          <a:p>
            <a:pPr algn="l"/>
            <a:r>
              <a:rPr sz="1300" b="0">
                <a:solidFill>
                  <a:srgbClr val="1F3A5C"/>
                </a:solidFill>
                <a:latin typeface="Noto Sans CJK JP"/>
                <a:ea typeface="Noto Sans CJK JP"/>
              </a:rPr>
              <a:t>HKU → \Registry\User</a:t>
            </a:r>
          </a:p>
          <a:p>
            <a:pPr algn="l"/>
            <a:r>
              <a:rPr sz="1300" b="0">
                <a:solidFill>
                  <a:srgbClr val="1F3A5C"/>
                </a:solidFill>
                <a:latin typeface="Noto Sans CJK JP"/>
                <a:ea typeface="Noto Sans CJK JP"/>
              </a:rPr>
              <a:t>HKCU → \Registry\User\&lt;SID&gt;</a:t>
            </a:r>
          </a:p>
          <a:p>
            <a:pPr algn="l"/>
            <a:r>
              <a:rPr sz="1300" b="0">
                <a:solidFill>
                  <a:srgbClr val="1F3A5C"/>
                </a:solidFill>
                <a:latin typeface="Noto Sans CJK JP"/>
                <a:ea typeface="Noto Sans CJK JP"/>
              </a:rPr>
              <a:t>HKCR → 次の2つを合成</a:t>
            </a:r>
          </a:p>
          <a:p>
            <a:pPr algn="l"/>
            <a:r>
              <a:rPr sz="1300" b="0">
                <a:solidFill>
                  <a:srgbClr val="6B7280"/>
                </a:solidFill>
                <a:latin typeface="Noto Sans CJK JP"/>
                <a:ea typeface="Noto Sans CJK JP"/>
              </a:rPr>
              <a:t>　HKLM\SOFTWARE\Classes</a:t>
            </a:r>
          </a:p>
          <a:p>
            <a:pPr algn="l"/>
            <a:r>
              <a:rPr sz="1300" b="0">
                <a:solidFill>
                  <a:srgbClr val="6B7280"/>
                </a:solidFill>
                <a:latin typeface="Noto Sans CJK JP"/>
                <a:ea typeface="Noto Sans CJK JP"/>
              </a:rPr>
              <a:t>　HKU\&lt;SID&gt;_Classes</a:t>
            </a:r>
          </a:p>
          <a:p>
            <a:pPr algn="l"/>
            <a:r>
              <a:rPr sz="1300" b="0">
                <a:solidFill>
                  <a:srgbClr val="1F3A5C"/>
                </a:solidFill>
                <a:latin typeface="Noto Sans CJK JP"/>
                <a:ea typeface="Noto Sans CJK JP"/>
              </a:rPr>
              <a:t>HKCC → HKLM\SYSTEM 内の</a:t>
            </a:r>
          </a:p>
          <a:p>
            <a:pPr algn="l"/>
            <a:r>
              <a:rPr sz="1300" b="0">
                <a:solidFill>
                  <a:srgbClr val="6B7280"/>
                </a:solidFill>
                <a:latin typeface="Noto Sans CJK JP"/>
                <a:ea typeface="Noto Sans CJK JP"/>
              </a:rPr>
              <a:t>　現在のハードウェアプロファイル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3703320" y="2354580"/>
            <a:ext cx="274319" cy="0"/>
          </a:xfrm>
          <a:prstGeom prst="line">
            <a:avLst/>
          </a:prstGeom>
          <a:ln w="19050">
            <a:solidFill>
              <a:srgbClr val="2E5E8E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20040" y="4434840"/>
            <a:ext cx="11567160" cy="2926080"/>
          </a:xfrm>
          <a:prstGeom prst="roundRect">
            <a:avLst>
              <a:gd name="adj" fmla="val 4000"/>
            </a:avLst>
          </a:prstGeom>
          <a:solidFill>
            <a:srgbClr val="F1F3F6"/>
          </a:solidFill>
          <a:ln w="22860">
            <a:solidFill>
              <a:srgbClr val="2B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4187952"/>
            <a:ext cx="2228850" cy="493776"/>
          </a:xfrm>
          <a:prstGeom prst="roundRect">
            <a:avLst>
              <a:gd name="adj" fmla="val 50000"/>
            </a:avLst>
          </a:prstGeom>
          <a:solidFill>
            <a:srgbClr val="2B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JP"/>
                <a:ea typeface="Noto Sans CJK JP"/>
              </a:rPr>
              <a:t>カーネルモード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623560" y="3749039"/>
            <a:ext cx="0" cy="1097281"/>
          </a:xfrm>
          <a:prstGeom prst="line">
            <a:avLst/>
          </a:prstGeom>
          <a:ln w="1905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15000" y="4114800"/>
            <a:ext cx="201168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2B3A4A"/>
                </a:solidFill>
                <a:latin typeface="Noto Sans CJK JP"/>
                <a:ea typeface="Noto Sans CJK JP"/>
              </a:rPr>
              <a:t>システムコール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846320"/>
            <a:ext cx="2651760" cy="9601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2B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>
                <a:solidFill>
                  <a:srgbClr val="1F3A5C"/>
                </a:solidFill>
                <a:latin typeface="Noto Sans CJK JP"/>
                <a:ea typeface="Noto Sans CJK JP"/>
              </a:rPr>
              <a:t>カーネルドライバ</a:t>
            </a:r>
          </a:p>
          <a:p>
            <a:pPr algn="ctr"/>
            <a:r>
              <a:rPr sz="1300" b="0">
                <a:solidFill>
                  <a:srgbClr val="6B7280"/>
                </a:solidFill>
                <a:latin typeface="Noto Sans CJK JP"/>
                <a:ea typeface="Noto Sans CJK JP"/>
              </a:rPr>
              <a:t>自分の設定などを</a:t>
            </a:r>
          </a:p>
          <a:p>
            <a:pPr algn="ctr"/>
            <a:r>
              <a:rPr sz="1300" b="0">
                <a:solidFill>
                  <a:srgbClr val="6B7280"/>
                </a:solidFill>
                <a:latin typeface="Noto Sans CJK JP"/>
                <a:ea typeface="Noto Sans CJK JP"/>
              </a:rPr>
              <a:t>カーネル内から直接読み書き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77639" y="4846320"/>
            <a:ext cx="3108960" cy="9601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2B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>
                <a:solidFill>
                  <a:srgbClr val="1F3A5C"/>
                </a:solidFill>
                <a:latin typeface="Noto Sans CJK JP"/>
                <a:ea typeface="Noto Sans CJK JP"/>
              </a:rPr>
              <a:t>オブジェクトマネージャー</a:t>
            </a:r>
          </a:p>
          <a:p>
            <a:pPr algn="ctr"/>
            <a:r>
              <a:rPr sz="1300" b="0">
                <a:solidFill>
                  <a:srgbClr val="6B7280"/>
                </a:solidFill>
                <a:latin typeface="Noto Sans CJK JP"/>
                <a:ea typeface="Noto Sans CJK JP"/>
              </a:rPr>
              <a:t>パスをたどって目的のキーを探し、</a:t>
            </a:r>
          </a:p>
          <a:p>
            <a:pPr algn="ctr"/>
            <a:r>
              <a:rPr sz="1300" b="0">
                <a:solidFill>
                  <a:srgbClr val="6B7280"/>
                </a:solidFill>
                <a:latin typeface="Noto Sans CJK JP"/>
                <a:ea typeface="Noto Sans CJK JP"/>
              </a:rPr>
              <a:t>開いたキーにハンドルを発行する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58200" y="4846320"/>
            <a:ext cx="3063240" cy="9601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2B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>
                <a:solidFill>
                  <a:srgbClr val="1F3A5C"/>
                </a:solidFill>
                <a:latin typeface="Noto Sans CJK JP"/>
                <a:ea typeface="Noto Sans CJK JP"/>
              </a:rPr>
              <a:t>構成マネージャー</a:t>
            </a:r>
          </a:p>
          <a:p>
            <a:pPr algn="ctr"/>
            <a:r>
              <a:rPr sz="1300" b="0">
                <a:solidFill>
                  <a:srgbClr val="6B7280"/>
                </a:solidFill>
                <a:latin typeface="Noto Sans CJK JP"/>
                <a:ea typeface="Noto Sans CJK JP"/>
              </a:rPr>
              <a:t>ntoskrnl.exe 内のレジストリ本体</a:t>
            </a:r>
          </a:p>
          <a:p>
            <a:pPr algn="ctr"/>
            <a:r>
              <a:rPr sz="1300" b="0">
                <a:solidFill>
                  <a:srgbClr val="6B7280"/>
                </a:solidFill>
                <a:latin typeface="Noto Sans CJK JP"/>
                <a:ea typeface="Noto Sans CJK JP"/>
              </a:rPr>
              <a:t>キーを探し、値を読み書きする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200400" y="5326380"/>
            <a:ext cx="777239" cy="0"/>
          </a:xfrm>
          <a:prstGeom prst="line">
            <a:avLst/>
          </a:prstGeom>
          <a:ln w="19050">
            <a:solidFill>
              <a:srgbClr val="2B3A4A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154680" y="4846320"/>
            <a:ext cx="868680" cy="38404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Noto Sans CJK JP"/>
                <a:ea typeface="Noto Sans CJK JP"/>
              </a:rPr>
              <a:t>Zw* 関数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86600" y="5326380"/>
            <a:ext cx="1371600" cy="0"/>
          </a:xfrm>
          <a:prstGeom prst="line">
            <a:avLst/>
          </a:prstGeom>
          <a:ln w="19050">
            <a:solidFill>
              <a:srgbClr val="2B3A4A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086600" y="4617720"/>
            <a:ext cx="1371600" cy="64008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Noto Sans CJK JP"/>
                <a:ea typeface="Noto Sans CJK JP"/>
              </a:rPr>
              <a:t>名前解決</a:t>
            </a:r>
          </a:p>
          <a:p>
            <a:pPr algn="ctr"/>
            <a:r>
              <a:rPr sz="1300" b="0">
                <a:solidFill>
                  <a:srgbClr val="6B7280"/>
                </a:solidFill>
                <a:latin typeface="Noto Sans CJK JP"/>
                <a:ea typeface="Noto Sans CJK JP"/>
              </a:rPr>
              <a:t>ACL チェック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6172200"/>
            <a:ext cx="6720840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2B3A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>
                <a:solidFill>
                  <a:srgbClr val="1F3A5C"/>
                </a:solidFill>
                <a:latin typeface="Noto Sans CJK JP"/>
                <a:ea typeface="Noto Sans CJK JP"/>
              </a:rPr>
              <a:t>レジストリ コールバック（CmRegisterCallbackEx）</a:t>
            </a:r>
          </a:p>
          <a:p>
            <a:pPr algn="ctr"/>
            <a:r>
              <a:rPr sz="1300" b="0">
                <a:solidFill>
                  <a:srgbClr val="6B7280"/>
                </a:solidFill>
                <a:latin typeface="Noto Sans CJK JP"/>
                <a:ea typeface="Noto Sans CJK JP"/>
              </a:rPr>
              <a:t>キーの作成や値の変更を、登録したドライバ（EDR・Sysmon など）に知らせる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7269480" y="5715000"/>
            <a:ext cx="1188720" cy="685800"/>
          </a:xfrm>
          <a:prstGeom prst="line">
            <a:avLst/>
          </a:prstGeom>
          <a:ln w="19050">
            <a:solidFill>
              <a:srgbClr val="2B3A4A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315200" y="5715000"/>
            <a:ext cx="91440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Noto Sans CJK JP"/>
                <a:ea typeface="Noto Sans CJK JP"/>
              </a:rPr>
              <a:t>通知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989820" y="5806440"/>
            <a:ext cx="0" cy="365760"/>
          </a:xfrm>
          <a:prstGeom prst="line">
            <a:avLst/>
          </a:prstGeom>
          <a:ln w="19050">
            <a:solidFill>
              <a:srgbClr val="2B3A4A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458200" y="6172200"/>
            <a:ext cx="3063240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2B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>
                <a:solidFill>
                  <a:srgbClr val="1F3A5C"/>
                </a:solidFill>
                <a:latin typeface="Noto Sans CJK JP"/>
                <a:ea typeface="Noto Sans CJK JP"/>
              </a:rPr>
              <a:t>メモリ上のハイブ</a:t>
            </a:r>
          </a:p>
          <a:p>
            <a:pPr algn="ctr"/>
            <a:r>
              <a:rPr sz="1300" b="0">
                <a:solidFill>
                  <a:srgbClr val="6B7280"/>
                </a:solidFill>
                <a:latin typeface="Noto Sans CJK JP"/>
                <a:ea typeface="Noto Sans CJK JP"/>
              </a:rPr>
              <a:t>キーと値をメモリに載せて</a:t>
            </a:r>
          </a:p>
          <a:p>
            <a:pPr algn="ctr"/>
            <a:r>
              <a:rPr sz="1300" b="0">
                <a:solidFill>
                  <a:srgbClr val="6B7280"/>
                </a:solidFill>
                <a:latin typeface="Noto Sans CJK JP"/>
                <a:ea typeface="Noto Sans CJK JP"/>
              </a:rPr>
              <a:t>高速に読み書きする</a:t>
            </a:r>
          </a:p>
          <a:p>
            <a:pPr algn="ctr"/>
            <a:r>
              <a:rPr sz="1300" b="0">
                <a:solidFill>
                  <a:srgbClr val="6B7280"/>
                </a:solidFill>
                <a:latin typeface="Noto Sans CJK JP"/>
                <a:ea typeface="Noto Sans CJK JP"/>
              </a:rPr>
              <a:t>変更はあとでディスクへ書き戻す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0040" y="7818120"/>
            <a:ext cx="11567160" cy="2331720"/>
          </a:xfrm>
          <a:prstGeom prst="roundRect">
            <a:avLst>
              <a:gd name="adj" fmla="val 4000"/>
            </a:avLst>
          </a:prstGeom>
          <a:solidFill>
            <a:srgbClr val="E8F5F3"/>
          </a:solidFill>
          <a:ln w="22860">
            <a:solidFill>
              <a:srgbClr val="1E8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48640" y="7571232"/>
            <a:ext cx="3669030" cy="493776"/>
          </a:xfrm>
          <a:prstGeom prst="roundRect">
            <a:avLst>
              <a:gd name="adj" fmla="val 50000"/>
            </a:avLst>
          </a:prstGeom>
          <a:solidFill>
            <a:srgbClr val="1E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JP"/>
                <a:ea typeface="Noto Sans CJK JP"/>
              </a:rPr>
              <a:t>ディスク（ハイブファイル）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989820" y="7178040"/>
            <a:ext cx="0" cy="640080"/>
          </a:xfrm>
          <a:prstGeom prst="line">
            <a:avLst/>
          </a:prstGeom>
          <a:ln w="19050">
            <a:solidFill>
              <a:srgbClr val="1E8A82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120640" y="7388352"/>
            <a:ext cx="4800600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/>
            <a:r>
              <a:rPr sz="1300" b="0">
                <a:solidFill>
                  <a:srgbClr val="6B7280"/>
                </a:solidFill>
                <a:latin typeface="Noto Sans CJK JP"/>
                <a:ea typeface="Noto Sans CJK JP"/>
              </a:rPr>
              <a:t>読み込み・書き戻し（I/O マネージャー経由）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8183879"/>
            <a:ext cx="7406640" cy="34747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1E8A82"/>
                </a:solidFill>
                <a:latin typeface="Noto Sans CJK JP"/>
                <a:ea typeface="Noto Sans CJK JP"/>
              </a:rPr>
              <a:t>%SystemRoot%\System32\config\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2440" y="8183879"/>
            <a:ext cx="1783080" cy="34747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1E8A82"/>
                </a:solidFill>
                <a:latin typeface="Noto Sans CJK JP"/>
                <a:ea typeface="Noto Sans CJK JP"/>
              </a:rPr>
              <a:t>%UserProfile%\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66960" y="8028431"/>
            <a:ext cx="1874519" cy="5486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1E8A82"/>
                </a:solidFill>
                <a:latin typeface="Noto Sans CJK JP"/>
                <a:ea typeface="Noto Sans CJK JP"/>
              </a:rPr>
              <a:t>%LocalAppData%\</a:t>
            </a:r>
          </a:p>
          <a:p>
            <a:pPr algn="ctr"/>
            <a:r>
              <a:rPr sz="1300" b="1">
                <a:solidFill>
                  <a:srgbClr val="1E8A82"/>
                </a:solidFill>
                <a:latin typeface="Noto Sans CJK JP"/>
                <a:ea typeface="Noto Sans CJK JP"/>
              </a:rPr>
              <a:t>Microsoft\Windows\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8549640"/>
            <a:ext cx="1783080" cy="11887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1E8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>
                <a:solidFill>
                  <a:srgbClr val="1F3A5C"/>
                </a:solidFill>
                <a:latin typeface="Noto Sans CJK JP"/>
                <a:ea typeface="Noto Sans CJK JP"/>
              </a:rPr>
              <a:t>SYSTEM</a:t>
            </a:r>
          </a:p>
          <a:p>
            <a:pPr algn="ctr"/>
            <a:r>
              <a:rPr sz="1200" b="0">
                <a:solidFill>
                  <a:srgbClr val="6B7280"/>
                </a:solidFill>
                <a:latin typeface="Noto Sans CJK JP"/>
                <a:ea typeface="Noto Sans CJK JP"/>
              </a:rPr>
              <a:t>起動・ドライバ・</a:t>
            </a:r>
          </a:p>
          <a:p>
            <a:pPr algn="ctr"/>
            <a:r>
              <a:rPr sz="1200" b="0">
                <a:solidFill>
                  <a:srgbClr val="6B7280"/>
                </a:solidFill>
                <a:latin typeface="Noto Sans CJK JP"/>
                <a:ea typeface="Noto Sans CJK JP"/>
              </a:rPr>
              <a:t>サービスの設定</a:t>
            </a:r>
          </a:p>
          <a:p>
            <a:pPr algn="ctr"/>
            <a:r>
              <a:rPr sz="1200" b="0">
                <a:solidFill>
                  <a:srgbClr val="1E8A82"/>
                </a:solidFill>
                <a:latin typeface="Noto Sans CJK JP"/>
                <a:ea typeface="Noto Sans CJK JP"/>
              </a:rPr>
              <a:t>→ HKLM\SYSTEM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423160" y="8549640"/>
            <a:ext cx="1783080" cy="11887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1E8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>
                <a:solidFill>
                  <a:srgbClr val="1F3A5C"/>
                </a:solidFill>
                <a:latin typeface="Noto Sans CJK JP"/>
                <a:ea typeface="Noto Sans CJK JP"/>
              </a:rPr>
              <a:t>SOFTWARE</a:t>
            </a:r>
          </a:p>
          <a:p>
            <a:pPr algn="ctr"/>
            <a:r>
              <a:rPr sz="1200" b="0">
                <a:solidFill>
                  <a:srgbClr val="6B7280"/>
                </a:solidFill>
                <a:latin typeface="Noto Sans CJK JP"/>
                <a:ea typeface="Noto Sans CJK JP"/>
              </a:rPr>
              <a:t>マシン全体の</a:t>
            </a:r>
          </a:p>
          <a:p>
            <a:pPr algn="ctr"/>
            <a:r>
              <a:rPr sz="1200" b="0">
                <a:solidFill>
                  <a:srgbClr val="6B7280"/>
                </a:solidFill>
                <a:latin typeface="Noto Sans CJK JP"/>
                <a:ea typeface="Noto Sans CJK JP"/>
              </a:rPr>
              <a:t>ソフト・OS の設定</a:t>
            </a:r>
          </a:p>
          <a:p>
            <a:pPr algn="ctr"/>
            <a:r>
              <a:rPr sz="1200" b="0">
                <a:solidFill>
                  <a:srgbClr val="1E8A82"/>
                </a:solidFill>
                <a:latin typeface="Noto Sans CJK JP"/>
                <a:ea typeface="Noto Sans CJK JP"/>
              </a:rPr>
              <a:t>→ HKLM\SOFTWARE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97680" y="8549640"/>
            <a:ext cx="1783080" cy="11887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1E8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>
                <a:solidFill>
                  <a:srgbClr val="1F3A5C"/>
                </a:solidFill>
                <a:latin typeface="Noto Sans CJK JP"/>
                <a:ea typeface="Noto Sans CJK JP"/>
              </a:rPr>
              <a:t>SAM, SECURITY</a:t>
            </a:r>
          </a:p>
          <a:p>
            <a:pPr algn="ctr"/>
            <a:r>
              <a:rPr sz="1200" b="0">
                <a:solidFill>
                  <a:srgbClr val="6B7280"/>
                </a:solidFill>
                <a:latin typeface="Noto Sans CJK JP"/>
                <a:ea typeface="Noto Sans CJK JP"/>
              </a:rPr>
              <a:t>アカウント・認証情報</a:t>
            </a:r>
          </a:p>
          <a:p>
            <a:pPr algn="ctr"/>
            <a:r>
              <a:rPr sz="1200" b="0">
                <a:solidFill>
                  <a:srgbClr val="1E8A82"/>
                </a:solidFill>
                <a:latin typeface="Noto Sans CJK JP"/>
                <a:ea typeface="Noto Sans CJK JP"/>
              </a:rPr>
              <a:t>→ HKLM\SAM</a:t>
            </a:r>
          </a:p>
          <a:p>
            <a:pPr algn="ctr"/>
            <a:r>
              <a:rPr sz="1200" b="0">
                <a:solidFill>
                  <a:srgbClr val="1E8A82"/>
                </a:solidFill>
                <a:latin typeface="Noto Sans CJK JP"/>
                <a:ea typeface="Noto Sans CJK JP"/>
              </a:rPr>
              <a:t>→ HKLM\SECURITY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72200" y="8549640"/>
            <a:ext cx="1783080" cy="11887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1E8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>
                <a:solidFill>
                  <a:srgbClr val="1F3A5C"/>
                </a:solidFill>
                <a:latin typeface="Noto Sans CJK JP"/>
                <a:ea typeface="Noto Sans CJK JP"/>
              </a:rPr>
              <a:t>DEFAULT</a:t>
            </a:r>
          </a:p>
          <a:p>
            <a:pPr algn="ctr"/>
            <a:r>
              <a:rPr sz="1200" b="0">
                <a:solidFill>
                  <a:srgbClr val="6B7280"/>
                </a:solidFill>
                <a:latin typeface="Noto Sans CJK JP"/>
                <a:ea typeface="Noto Sans CJK JP"/>
              </a:rPr>
              <a:t>SYSTEM 用の</a:t>
            </a:r>
          </a:p>
          <a:p>
            <a:pPr algn="ctr"/>
            <a:r>
              <a:rPr sz="1200" b="0">
                <a:solidFill>
                  <a:srgbClr val="6B7280"/>
                </a:solidFill>
                <a:latin typeface="Noto Sans CJK JP"/>
                <a:ea typeface="Noto Sans CJK JP"/>
              </a:rPr>
              <a:t>ユーザー設定</a:t>
            </a:r>
          </a:p>
          <a:p>
            <a:pPr algn="ctr"/>
            <a:r>
              <a:rPr sz="1200" b="0">
                <a:solidFill>
                  <a:srgbClr val="1E8A82"/>
                </a:solidFill>
                <a:latin typeface="Noto Sans CJK JP"/>
                <a:ea typeface="Noto Sans CJK JP"/>
              </a:rPr>
              <a:t>→ HKU\.DEFAULT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92440" y="8549640"/>
            <a:ext cx="1783080" cy="11887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1E8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>
                <a:solidFill>
                  <a:srgbClr val="1F3A5C"/>
                </a:solidFill>
                <a:latin typeface="Noto Sans CJK JP"/>
                <a:ea typeface="Noto Sans CJK JP"/>
              </a:rPr>
              <a:t>NTUSER.DAT</a:t>
            </a:r>
          </a:p>
          <a:p>
            <a:pPr algn="ctr"/>
            <a:r>
              <a:rPr sz="1200" b="0">
                <a:solidFill>
                  <a:srgbClr val="6B7280"/>
                </a:solidFill>
                <a:latin typeface="Noto Sans CJK JP"/>
                <a:ea typeface="Noto Sans CJK JP"/>
              </a:rPr>
              <a:t>HKCU の実体</a:t>
            </a:r>
          </a:p>
          <a:p>
            <a:pPr algn="ctr"/>
            <a:r>
              <a:rPr sz="1200" b="0">
                <a:solidFill>
                  <a:srgbClr val="6B7280"/>
                </a:solidFill>
                <a:latin typeface="Noto Sans CJK JP"/>
                <a:ea typeface="Noto Sans CJK JP"/>
              </a:rPr>
              <a:t>ユーザーごとの設定</a:t>
            </a:r>
          </a:p>
          <a:p>
            <a:pPr algn="ctr"/>
            <a:r>
              <a:rPr sz="1200" b="0">
                <a:solidFill>
                  <a:srgbClr val="1E8A82"/>
                </a:solidFill>
                <a:latin typeface="Noto Sans CJK JP"/>
                <a:ea typeface="Noto Sans CJK JP"/>
              </a:rPr>
              <a:t>→ HKU\&lt;SID&gt;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966960" y="8549640"/>
            <a:ext cx="1874519" cy="11887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1E8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>
                <a:solidFill>
                  <a:srgbClr val="1F3A5C"/>
                </a:solidFill>
                <a:latin typeface="Noto Sans CJK JP"/>
                <a:ea typeface="Noto Sans CJK JP"/>
              </a:rPr>
              <a:t>UsrClass.dat</a:t>
            </a:r>
          </a:p>
          <a:p>
            <a:pPr algn="ctr"/>
            <a:r>
              <a:rPr sz="1200" b="0">
                <a:solidFill>
                  <a:srgbClr val="6B7280"/>
                </a:solidFill>
                <a:latin typeface="Noto Sans CJK JP"/>
                <a:ea typeface="Noto Sans CJK JP"/>
              </a:rPr>
              <a:t>ユーザーごとの</a:t>
            </a:r>
          </a:p>
          <a:p>
            <a:pPr algn="ctr"/>
            <a:r>
              <a:rPr sz="1200" b="0">
                <a:solidFill>
                  <a:srgbClr val="6B7280"/>
                </a:solidFill>
                <a:latin typeface="Noto Sans CJK JP"/>
                <a:ea typeface="Noto Sans CJK JP"/>
              </a:rPr>
              <a:t>関連付け・COM</a:t>
            </a:r>
          </a:p>
          <a:p>
            <a:pPr algn="ctr"/>
            <a:r>
              <a:rPr sz="1200" b="0">
                <a:solidFill>
                  <a:srgbClr val="1E8A82"/>
                </a:solidFill>
                <a:latin typeface="Noto Sans CJK JP"/>
                <a:ea typeface="Noto Sans CJK JP"/>
              </a:rPr>
              <a:t>→ HKU\&lt;SID&gt;_Classes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9765792"/>
            <a:ext cx="1129284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Noto Sans CJK JP"/>
                <a:ea typeface="Noto Sans CJK JP"/>
              </a:rPr>
              <a:t>各ハイブには .LOG1 / .LOG2 のトランザクションログが付き、書き込み途中で落ちても整合性を保てる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