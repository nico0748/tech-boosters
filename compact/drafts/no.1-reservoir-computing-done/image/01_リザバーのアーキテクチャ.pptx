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868680"/>
            <a:ext cx="2148840" cy="3977639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21792"/>
            <a:ext cx="126873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入力層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868680"/>
            <a:ext cx="5257800" cy="3977639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621792"/>
            <a:ext cx="150876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リザバー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868680"/>
            <a:ext cx="3154680" cy="3977639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286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621792"/>
            <a:ext cx="1748790" cy="493776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読み出し層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69498" y="1499656"/>
            <a:ext cx="5328782" cy="694026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90576" y="1480044"/>
            <a:ext cx="4007704" cy="700891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68852" y="1595501"/>
            <a:ext cx="2929428" cy="633105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6209" y="1661084"/>
            <a:ext cx="2052071" cy="590564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14127" y="2585644"/>
            <a:ext cx="5484153" cy="101049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74761" y="2464433"/>
            <a:ext cx="4323519" cy="166513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12493" y="2727236"/>
            <a:ext cx="2985787" cy="23377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90050" y="2518783"/>
            <a:ext cx="2008230" cy="133706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936699" y="3217299"/>
            <a:ext cx="5161581" cy="536588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052066" y="3127724"/>
            <a:ext cx="4046214" cy="424425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413458" y="3070812"/>
            <a:ext cx="2684822" cy="348178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88052" y="3110318"/>
            <a:ext cx="1610228" cy="376702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15950" y="2119017"/>
            <a:ext cx="4682330" cy="354943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702007" y="2921000"/>
            <a:ext cx="2396273" cy="172830"/>
          </a:xfrm>
          <a:prstGeom prst="line">
            <a:avLst/>
          </a:prstGeom>
          <a:ln w="11430">
            <a:solidFill>
              <a:srgbClr val="9F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600174" y="2210863"/>
            <a:ext cx="425449" cy="25379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356927" y="1603284"/>
            <a:ext cx="362691" cy="353123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2512" y="1813063"/>
            <a:ext cx="18547" cy="463331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584468" y="2220232"/>
            <a:ext cx="425449" cy="25379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79796" y="1801621"/>
            <a:ext cx="495393" cy="142843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577437" y="1700499"/>
            <a:ext cx="134907" cy="186537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85388" y="2322894"/>
            <a:ext cx="357945" cy="125054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14268" y="1608455"/>
            <a:ext cx="745680" cy="93817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77410" y="3208673"/>
            <a:ext cx="404587" cy="217869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338156" y="2675691"/>
            <a:ext cx="419444" cy="584608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12946" y="2480898"/>
            <a:ext cx="724382" cy="7827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770781" y="2497841"/>
            <a:ext cx="907302" cy="18263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369049" y="2263591"/>
            <a:ext cx="45771" cy="4511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052290" y="3467436"/>
            <a:ext cx="925006" cy="8696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92690" y="1464601"/>
            <a:ext cx="643115" cy="63878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435906" y="1680728"/>
            <a:ext cx="95551" cy="67470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14493" y="3463315"/>
            <a:ext cx="640949" cy="52832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605881" y="2697165"/>
            <a:ext cx="150798" cy="234829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30902" y="1750220"/>
            <a:ext cx="387841" cy="114227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78545" y="2840172"/>
            <a:ext cx="222002" cy="14424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007046" y="2868504"/>
            <a:ext cx="716723" cy="574103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6894771" y="1825833"/>
            <a:ext cx="341881" cy="150401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11360" y="1619488"/>
            <a:ext cx="331388" cy="32385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021320" y="2857071"/>
            <a:ext cx="716723" cy="574103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59438" y="1808144"/>
            <a:ext cx="1830609" cy="692720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379495" y="1492382"/>
            <a:ext cx="1953719" cy="170619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77978" y="1734216"/>
            <a:ext cx="2601582" cy="339337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380346" y="2593001"/>
            <a:ext cx="1795181" cy="88305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347378" y="1572777"/>
            <a:ext cx="2008139" cy="980295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356892" y="2820499"/>
            <a:ext cx="2158586" cy="86970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348698" y="2680153"/>
            <a:ext cx="1848807" cy="881494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80623" y="3712212"/>
            <a:ext cx="2118375" cy="57246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297582" y="1624378"/>
            <a:ext cx="2092516" cy="1860229"/>
          </a:xfrm>
          <a:prstGeom prst="line">
            <a:avLst/>
          </a:prstGeom>
          <a:ln w="12700">
            <a:solidFill>
              <a:srgbClr val="2E5E8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350635" y="1262182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673096" y="1233502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752974" y="1340762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33788" y="1392607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193539" y="2371458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354293" y="2246027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91876" y="2515277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69890" y="2294499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17202" y="3565322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632589" y="3363777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994580" y="3235726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72958" y="3324615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995927" y="1892807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281927" y="2898648"/>
            <a:ext cx="420624" cy="420624"/>
          </a:xfrm>
          <a:prstGeom prst="ellipse">
            <a:avLst/>
          </a:prstGeom>
          <a:solidFill>
            <a:srgbClr val="D6E4F2"/>
          </a:solidFill>
          <a:ln w="1651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2375" y="1362456"/>
            <a:ext cx="658368" cy="65836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22" y="1525524"/>
            <a:ext cx="303276" cy="332232"/>
          </a:xfrm>
          <a:prstGeom prst="rect">
            <a:avLst/>
          </a:prstGeom>
        </p:spPr>
      </p:pic>
      <p:sp>
        <p:nvSpPr>
          <p:cNvPr id="71" name="Oval 70"/>
          <p:cNvSpPr/>
          <p:nvPr/>
        </p:nvSpPr>
        <p:spPr>
          <a:xfrm>
            <a:off x="722375" y="2368296"/>
            <a:ext cx="658368" cy="65836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73" y="2531364"/>
            <a:ext cx="309372" cy="332232"/>
          </a:xfrm>
          <a:prstGeom prst="rect">
            <a:avLst/>
          </a:prstGeom>
        </p:spPr>
      </p:pic>
      <p:sp>
        <p:nvSpPr>
          <p:cNvPr id="73" name="Oval 72"/>
          <p:cNvSpPr/>
          <p:nvPr/>
        </p:nvSpPr>
        <p:spPr>
          <a:xfrm>
            <a:off x="722375" y="3374136"/>
            <a:ext cx="658368" cy="65836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1" y="3537204"/>
            <a:ext cx="310896" cy="33223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27531" y="4279392"/>
            <a:ext cx="649224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入力</a:t>
            </a:r>
          </a:p>
        </p:txBody>
      </p:sp>
      <p:pic>
        <p:nvPicPr>
          <p:cNvPr id="76" name="Picture 75" descr="m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755" y="4301490"/>
            <a:ext cx="484632" cy="32156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35296" y="4279392"/>
            <a:ext cx="649224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状態</a:t>
            </a:r>
          </a:p>
        </p:txBody>
      </p:sp>
      <p:pic>
        <p:nvPicPr>
          <p:cNvPr id="78" name="Picture 77" descr="m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520" y="4301490"/>
            <a:ext cx="481583" cy="32156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506456" y="4279392"/>
            <a:ext cx="649224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出力</a:t>
            </a:r>
          </a:p>
        </p:txBody>
      </p:sp>
      <p:pic>
        <p:nvPicPr>
          <p:cNvPr id="80" name="Picture 79" descr="m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0" y="4301490"/>
            <a:ext cx="466344" cy="321564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9098280" y="2011680"/>
            <a:ext cx="1554480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m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5856" y="2323338"/>
            <a:ext cx="719328" cy="38252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098280" y="278892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E8A82"/>
                </a:solidFill>
                <a:latin typeface="Noto Sans CJK JP"/>
                <a:ea typeface="Noto Sans CJK JP"/>
              </a:rPr>
              <a:t>学習する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652759" y="2697480"/>
            <a:ext cx="338329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10991088" y="2350008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m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7976" y="2518410"/>
            <a:ext cx="201168" cy="358140"/>
          </a:xfrm>
          <a:prstGeom prst="rect">
            <a:avLst/>
          </a:prstGeom>
        </p:spPr>
      </p:pic>
      <p:pic>
        <p:nvPicPr>
          <p:cNvPr id="87" name="Picture 86" descr="m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5480" y="217931"/>
            <a:ext cx="499871" cy="33223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435352" y="201167"/>
            <a:ext cx="1115568" cy="3657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B3A4A"/>
                </a:solidFill>
                <a:latin typeface="Noto Sans CJK JP"/>
                <a:ea typeface="Noto Sans CJK JP"/>
              </a:rPr>
              <a:t>（固定）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11338560" y="548640"/>
            <a:ext cx="0" cy="1801368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6675120" y="548640"/>
            <a:ext cx="4663440" cy="0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75120" y="548640"/>
            <a:ext cx="0" cy="320040"/>
          </a:xfrm>
          <a:prstGeom prst="line">
            <a:avLst/>
          </a:prstGeom>
          <a:ln w="19050">
            <a:solidFill>
              <a:srgbClr val="C0392B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617970" y="84328"/>
            <a:ext cx="2048255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C0392B"/>
                </a:solidFill>
                <a:latin typeface="Noto Sans CJK JP"/>
                <a:ea typeface="Noto Sans CJK JP"/>
              </a:rPr>
              <a:t>出力フィードバック</a:t>
            </a:r>
          </a:p>
        </p:txBody>
      </p:sp>
      <p:pic>
        <p:nvPicPr>
          <p:cNvPr id="93" name="Picture 92" descr="m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6226" y="104394"/>
            <a:ext cx="425196" cy="28498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091422" y="84328"/>
            <a:ext cx="2304288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C0392B"/>
                </a:solidFill>
                <a:latin typeface="Noto Sans CJK JP"/>
                <a:ea typeface="Noto Sans CJK JP"/>
              </a:rPr>
              <a:t>（任意・FORCE学習）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71800" y="5166360"/>
            <a:ext cx="5257800" cy="1508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m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1558" y="5353050"/>
            <a:ext cx="4558284" cy="321564"/>
          </a:xfrm>
          <a:prstGeom prst="rect">
            <a:avLst/>
          </a:prstGeom>
        </p:spPr>
      </p:pic>
      <p:pic>
        <p:nvPicPr>
          <p:cNvPr id="97" name="Picture 96" descr="m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8680" y="5810250"/>
            <a:ext cx="1844040" cy="321564"/>
          </a:xfrm>
          <a:prstGeom prst="rect">
            <a:avLst/>
          </a:prstGeom>
        </p:spPr>
      </p:pic>
      <p:pic>
        <p:nvPicPr>
          <p:cNvPr id="98" name="Picture 97" descr="m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9292" y="6253734"/>
            <a:ext cx="278892" cy="257556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758184" y="6219952"/>
            <a:ext cx="2048255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：ランダム・固定（</a:t>
            </a:r>
          </a:p>
        </p:txBody>
      </p:sp>
      <p:pic>
        <p:nvPicPr>
          <p:cNvPr id="100" name="Picture 99" descr="m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06440" y="6247638"/>
            <a:ext cx="903732" cy="26974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710172" y="6219952"/>
            <a:ext cx="1011936" cy="32512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が目安）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732520" y="5166360"/>
            <a:ext cx="1783080" cy="1508760"/>
          </a:xfrm>
          <a:prstGeom prst="roundRect">
            <a:avLst>
              <a:gd name="adj" fmla="val 16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  <a:ea typeface="Noto Sans CJK JP"/>
              </a:rPr>
              <a:t>リッジ回帰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一度に解く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744200" y="5166360"/>
            <a:ext cx="1143000" cy="1508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744200" y="5394960"/>
            <a:ext cx="1143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目標</a:t>
            </a:r>
          </a:p>
        </p:txBody>
      </p:sp>
      <p:pic>
        <p:nvPicPr>
          <p:cNvPr id="105" name="Picture 104" descr="m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58906" y="5906262"/>
            <a:ext cx="513588" cy="348996"/>
          </a:xfrm>
          <a:prstGeom prst="rect">
            <a:avLst/>
          </a:prstGeom>
        </p:spPr>
      </p:pic>
      <p:cxnSp>
        <p:nvCxnSpPr>
          <p:cNvPr id="106" name="Connector 105"/>
          <p:cNvCxnSpPr/>
          <p:nvPr/>
        </p:nvCxnSpPr>
        <p:spPr>
          <a:xfrm flipH="1">
            <a:off x="10515600" y="5920740"/>
            <a:ext cx="228600" cy="0"/>
          </a:xfrm>
          <a:prstGeom prst="line">
            <a:avLst/>
          </a:prstGeom>
          <a:ln w="2286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624060" y="3383280"/>
            <a:ext cx="0" cy="1783080"/>
          </a:xfrm>
          <a:prstGeom prst="line">
            <a:avLst/>
          </a:prstGeom>
          <a:ln w="22860">
            <a:solidFill>
              <a:srgbClr val="1E8A82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65760" y="5458968"/>
            <a:ext cx="502920" cy="0"/>
          </a:xfrm>
          <a:prstGeom prst="line">
            <a:avLst/>
          </a:prstGeom>
          <a:ln w="25400">
            <a:solidFill>
              <a:srgbClr val="2E5E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32688" y="52578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固定（学習しない）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65760" y="5916168"/>
            <a:ext cx="502920" cy="0"/>
          </a:xfrm>
          <a:prstGeom prst="line">
            <a:avLst/>
          </a:prstGeom>
          <a:ln w="25400">
            <a:solidFill>
              <a:srgbClr val="1E8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32688" y="57150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学習する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65760" y="6373368"/>
            <a:ext cx="502920" cy="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32688" y="61722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任意の結合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