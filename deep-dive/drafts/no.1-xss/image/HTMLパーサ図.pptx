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バイト列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サーバからの応答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3C 70 3E E3 81 93 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08376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55848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① デコード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文字コードに従って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文字の並びにする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 p &gt; こ ん 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07024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② トークナイザ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字句解析。1文字ずつ読み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「タグ」か「文字」かを決める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StartTag(p)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Character(こ) 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53144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6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③ ツリー構築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トークンを積み上げて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DOMツリーを作る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17736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9176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html &gt; body &gt; p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└ "こんにちは"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10444" y="3493007"/>
            <a:ext cx="0" cy="393193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07424" y="39319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9319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④ 描画（レイアウト・ペイント）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7424" y="46177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3144" y="46177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script要素ならJSエンジンで実行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1796" y="3493007"/>
            <a:ext cx="0" cy="393193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57200" y="3931920"/>
            <a:ext cx="8311896" cy="1252728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41648"/>
            <a:ext cx="7854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「どこからどこまでがタグか」はトークナイザで決まる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サーバは文字列を埋め込んだだけ。それを「文字」と読むか「タグ」と読むかは、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被害者のブラウザのトークナイザが、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を見た瞬間に決めている（SQLiでいう字句解析と同じ役割）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13.2「Parsing HTML documents」（13.2.3 入力バイトストリーム / 13.2.5 トークン化 / 13.2.6 ツリー構築）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287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&lt;b&gt;太字&lt;/b&gt;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（生の &lt; が来た場合）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タグ開始状態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open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タグ名状態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name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8590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595627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StartTag(b) を出力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6138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ツリーに b 要素ができる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8775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6032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22392" y="1920240"/>
            <a:ext cx="676656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94960" y="15316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5703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660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&amp;lt;b&amp;gt;太字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（エスケープされて来た場合）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文字参照状態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Character reference 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3329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Character(&lt;) を出力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6987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ただの「文字」として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322326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0" y="333298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データ状態に戻る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987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画面に「&lt;b&gt;太字」と表示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8775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560320" y="32689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22392" y="3657600"/>
            <a:ext cx="676656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94960" y="32689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lt;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5703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5720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トークナイザは「今どの状態か」と「次の1文字」だけで動く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タグ開始状態に入れるのは、生の「&lt;」だけ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&amp;lt; は文字参照状態を通り、「&lt;」という文字として出てくる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&lt;script&gt; の中身は専用の状態（Script data state）で読まれる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5549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13.2.5「Tokenization」（13.2.5.1 Data state / 13.2.5.6 Tag open state / 13.2.5.77 Character reference state）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898648" y="585216"/>
            <a:ext cx="6400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98648" y="585216"/>
            <a:ext cx="6400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サーバのテンプレート　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500" b="1">
                <a:solidFill>
                  <a:srgbClr val="F08A24"/>
                </a:solidFill>
                <a:latin typeface="Menlo"/>
                <a:ea typeface="Menlo"/>
                <a:cs typeface="Menlo"/>
              </a:rPr>
              <a:t>{name}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エスケープしない場合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&lt;b&gt;Nico&lt;/b&gt;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40480"/>
            <a:ext cx="1481328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9664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4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StartTag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261872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98848"/>
            <a:ext cx="126187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Nico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280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EndTag 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57216"/>
            <a:ext cx="1042415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57216"/>
            <a:ext cx="104241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さん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8979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8979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6139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"こんにちは、"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</a:t>
            </a:r>
            <a:r>
              <a:rPr sz="11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│ └ "Nico"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要素が1つ増えた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エスケープした場合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&amp;lt;b&amp;gt;Nico&amp;lt;/b&amp;gt;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8232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9672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&amp;lt;/b&amp;gt;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8232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8232" y="3840480"/>
            <a:ext cx="1700784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3840480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&lt;b&gt;Nico&lt;/b&gt;さん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8232" y="43708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43708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412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1412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8572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"こんにちは、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 &lt;b&gt;Nico&lt;/b&gt;さん"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テキスト1つのまま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html.escape() が置き換える5文字（上から順に実行）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444752" y="1883664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103120" y="1600200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160020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60020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必ず最初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13432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13432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444752" y="2596895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03120" y="2313432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31343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26664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44752" y="3310128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103120" y="3026664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30266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39896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739896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44752" y="4023360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03120" y="3739896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373989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&amp;quot;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739896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53128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453128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'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444752" y="4736592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103120" y="4453128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03120" y="445312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&amp;#x27;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4453128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097280"/>
            <a:ext cx="5330952" cy="25146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207008"/>
            <a:ext cx="4873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なぜ「&amp;」を最初に置き換えるのか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664208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順番を逆にすると（&lt; を先に置き換えると）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65960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&amp;amp;lt;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423159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自分が作った &amp; まで置き換えてしまい、画面に「&amp;lt;」と出る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834640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&amp; を先に置き換えれば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3108960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1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　画面には「&lt;」と出る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794760"/>
            <a:ext cx="533095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931920"/>
            <a:ext cx="48737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 ＝ 文字を消すことではない</a:t>
            </a:r>
          </a:p>
          <a:p>
            <a:pPr algn="l"/>
            <a:r>
              <a:rPr sz="6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/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トークナイザが特別扱いする文字を、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文字参照（</a:t>
            </a:r>
            <a:r>
              <a:rPr sz="12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など）に言い換えるだけ。</a:t>
            </a:r>
          </a:p>
          <a:p>
            <a:pPr algn="l"/>
            <a:r>
              <a:rPr sz="6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/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文字参照はトークナイザの中で「ただの文字」に戻るので、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画面には元の文字がそのまま表示される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822960"/>
            <a:ext cx="245973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24597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埋め込む場所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822960"/>
            <a:ext cx="2276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71800" y="822960"/>
            <a:ext cx="2276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トークナイザの状態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822960"/>
            <a:ext cx="19110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0" y="822960"/>
            <a:ext cx="1911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そこから抜け出す文字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9" y="822960"/>
            <a:ext cx="1133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79" y="822960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文字参照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822960"/>
            <a:ext cx="321868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822960"/>
            <a:ext cx="32186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必要な対策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371600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03520" y="1371600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69479" y="1371600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1371600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499615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本文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7452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&lt;p&gt;{v}&lt;/p&gt;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371600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371600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1371600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1371600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50592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71800" y="2450592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0" y="2450592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69479" y="2450592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58200" y="2450592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7860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属性値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953511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title="{v}"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450592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(double-quoted)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450592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2450592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450592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HTMLエスケープ（" を含む）</a:t>
            </a:r>
          </a:p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＋ 属性値は必ず " で囲む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529584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71800" y="3529584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03520" y="3529584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269479" y="3529584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58200" y="3529584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65760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script要素の中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32504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&lt;script&gt;…{v}…&lt;/script&gt;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3529584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 data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3529584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&lt;/script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79" y="3529584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解釈されない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529584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HTMLエスケープは効かない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JSONにして &lt; を \u003c にする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608576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71800" y="4608576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03520" y="4608576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269479" y="4608576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458200" y="4608576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7365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URLを入れる属性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11149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href="{v}"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3240" y="4608576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 state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その後URLとして解釈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4608576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（抜け出さない）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79" y="4608576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4608576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HTMLエスケープだけでは足りない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スキームを http / https に限定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13.2.5.1 Data state / 13.2.5.4 Script data state / 13.2.5.36 Attribute value (double-quoted) 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