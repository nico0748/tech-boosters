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バイト列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サーバからの応答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3C 70 3E E3 81 93 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08376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55848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① デコード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文字コードに従って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文字の並びにする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 p &gt; こ ん 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07024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② トークナイザ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字句解析。1文字ずつ読み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「タグ」か「文字」かを決める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StartTag(p)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Character(こ) 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53144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6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③ ツリー構築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トークンを積み上げて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DOMツリーを作る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17736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9176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html &gt; body &gt; p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└ "こんにちは"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10444" y="3493007"/>
            <a:ext cx="0" cy="393193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07424" y="39319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93192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④ 描画（レイアウト・ペイント）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7424" y="46177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3144" y="461772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script要素ならJSエンジンで実行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1796" y="3493007"/>
            <a:ext cx="0" cy="393193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57200" y="3931920"/>
            <a:ext cx="8311896" cy="1252728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41648"/>
            <a:ext cx="7854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「どこからどこまでがタグか」はトークナイザで決まる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サーバは文字列を埋め込んだだけ。それを「文字」と読むか「タグ」と読むかは、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被害者のブラウザのトークナイザが、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を見た瞬間に決めている（SQLiでいう字句解析と同じ役割）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4406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13.2「Parsing HTML documents」（13.2.3 入力バイトストリーム / 13.2.5 トークン化 / 13.2.6 ツリー構築）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287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&lt;b&gt;太字&lt;/b&gt;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（生の &lt; が来た場合）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タグ開始状態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open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タグ名状態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name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8590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595627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StartTag(b) を出力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96138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ツリーに b 要素ができる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8775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60320" y="15316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22392" y="1920240"/>
            <a:ext cx="676656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94960" y="15316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5703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0" y="15316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76606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&amp;lt;b&amp;gt;太字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（エスケープされて来た場合）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4213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789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34213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文字参照状態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70789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Character reference 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3329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Character(&lt;) を出力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69874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ただの「文字」として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322326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0" y="333298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データ状態に戻る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69874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画面に「&lt;b&gt;太字」と表示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8775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560320" y="32689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22392" y="3657600"/>
            <a:ext cx="676656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394960" y="32689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lt;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5703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5720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4759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トークナイザは「今どの状態か」と「次の1文字」だけで動く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4759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タグ開始状態に入れるのは、生の「&lt;」だけ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97890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&amp;lt; は文字参照状態を通り、「&lt;」という文字として出てくる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97890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&lt;script&gt; の中身は専用の状態（Script data state）で読まれる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5549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13.2.5「Tokenization」（13.2.5.1 Data state / 13.2.5.6 Tag open state / 13.2.5.77 Character reference state）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898648" y="585216"/>
            <a:ext cx="6400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98648" y="585216"/>
            <a:ext cx="6400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サーバのテンプレート　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500" b="1">
                <a:solidFill>
                  <a:srgbClr val="F08A24"/>
                </a:solidFill>
                <a:latin typeface="Menlo"/>
                <a:ea typeface="Menlo"/>
                <a:cs typeface="Menlo"/>
              </a:rPr>
              <a:t>{name}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エスケープしない場合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56816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&lt;b&gt;Nico&lt;/b&gt;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82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42616"/>
            <a:ext cx="4892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112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40480"/>
            <a:ext cx="1481328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14813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9664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4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StartTag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98848"/>
            <a:ext cx="1261872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98848"/>
            <a:ext cx="126187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Nico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280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EndTag 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57216"/>
            <a:ext cx="1042415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57216"/>
            <a:ext cx="104241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さん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8979" y="3236976"/>
            <a:ext cx="2491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8979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6139" y="3621024"/>
            <a:ext cx="22174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"こんにちは、"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</a:t>
            </a:r>
            <a:r>
              <a:rPr sz="11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│ └ "Nico"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"さん"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要素が1つ増えた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151790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エスケープした場合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1956816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&amp;lt;b&amp;gt;Nico&amp;lt;/b&amp;gt;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23682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8232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9672" y="2642616"/>
            <a:ext cx="4892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&amp;lt;/b&amp;gt;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323697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8232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28232" y="35112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8232" y="3840480"/>
            <a:ext cx="1700784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3840480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&lt;b&gt;Nico&lt;/b&gt;さん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8232" y="43708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4370832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1412" y="3236976"/>
            <a:ext cx="2491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1412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8572" y="3621024"/>
            <a:ext cx="22174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"こんにちは、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 &lt;b&gt;Nico&lt;/b&gt;さん"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/>
            <a:r>
              <a:rPr sz="11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テキスト1つのまま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