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12"/>
    <p:sldId id="262" r:id="rId13"/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バイト列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サーバからの応答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3C 70 3E E3 81 93 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08376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55848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① デコード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文字コードに従って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文字の並びにする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 p &gt; こ ん 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07024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② トークナイザ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字句解析。1文字ずつ読み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「タグ」か「文字」かを決める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9088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StartTag(p)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Character(こ) 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05672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53144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7736" y="1280160"/>
            <a:ext cx="21854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③ ツリー構築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1709928"/>
            <a:ext cx="218541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トークンを積み上げて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DOMツリーを作る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17736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09176" y="2606040"/>
            <a:ext cx="20025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html &gt; body &gt; p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└ "こんにちは"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10444" y="3493007"/>
            <a:ext cx="0" cy="393193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07424" y="39319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3144" y="3931920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④ 描画（レイアウト・ペイント）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7424" y="46177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3144" y="4617720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script要素ならJSエンジンで実行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11796" y="3493007"/>
            <a:ext cx="0" cy="393193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57200" y="3931920"/>
            <a:ext cx="8311896" cy="1252728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41648"/>
            <a:ext cx="7854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「どこからどこまでがタグか」はトークナイザで決まる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サーバは文字列を埋め込んだだけ。それを「文字」と読むか「タグ」と読むかは、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被害者のブラウザのトークナイザが、</a:t>
            </a:r>
            <a:r>
              <a:rPr sz="1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を見た瞬間に決めている（SQLiでいう字句解析と同じ役割）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4406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13.2「Parsing HTML documents」（13.2.3 入力バイトストリーム / 13.2.5 トークン化 / 13.2.6 ツリー構築）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287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&lt;b&gt;太字&lt;/b&gt;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（生の &lt; が来た場合）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タグ開始状態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open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60477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タグ名状態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7053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name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8590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595627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StartTag(b) を出力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96138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ツリーに b 要素ができる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8775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60320" y="153162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22392" y="1920240"/>
            <a:ext cx="676656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394960" y="153162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5703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0" y="153162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76606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&amp;lt;b&amp;gt;太字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（エスケープされて来た場合）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34213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0789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342132"/>
            <a:ext cx="21031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文字参照状態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70789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Character reference 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33329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Character(&lt;) を出力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69874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ただの「文字」として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0" y="322326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0" y="333298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データ状態に戻る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698748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画面に「&lt;b&gt;太字」と表示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8775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560320" y="32689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22392" y="3657600"/>
            <a:ext cx="676656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394960" y="3268980"/>
            <a:ext cx="7315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lt;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25703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5720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47598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トークナイザは「今どの状態か」と「次の1文字」だけで動く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447598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タグ開始状態に入れるのは、生の「&lt;」だけ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497890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&amp;lt; は文字参照状態を通り、「&lt;」という文字として出てくる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2648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978908"/>
            <a:ext cx="4754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&lt;script&gt; の中身は専用の状態（Script data state）で読まれる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5549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13.2.5「Tokenization」（13.2.5.1 Data state / 13.2.5.6 Tag open state / 13.2.5.77 Character reference state）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898648" y="585216"/>
            <a:ext cx="6400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98648" y="585216"/>
            <a:ext cx="6400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サーバのテンプレート　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500" b="1">
                <a:solidFill>
                  <a:srgbClr val="F08A24"/>
                </a:solidFill>
                <a:latin typeface="Menlo"/>
                <a:ea typeface="Menlo"/>
                <a:cs typeface="Menlo"/>
              </a:rPr>
              <a:t>{name}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エスケープしない場合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56816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&lt;b&gt;Nico&lt;/b&gt;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82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42616"/>
            <a:ext cx="4892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15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15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&lt;/b&gt;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11296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40480"/>
            <a:ext cx="1481328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14813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69664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4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StartTag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98848"/>
            <a:ext cx="1261872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98848"/>
            <a:ext cx="126187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Nico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8280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EndTag 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57216"/>
            <a:ext cx="1042415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57216"/>
            <a:ext cx="104241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さん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486400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8979" y="3236976"/>
            <a:ext cx="2491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68979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6139" y="3621024"/>
            <a:ext cx="22174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"こんにちは、"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</a:t>
            </a:r>
            <a:r>
              <a:rPr sz="11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│ └ "Nico"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"さん"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/>
            <a:r>
              <a:rPr sz="11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要素が1つ増えた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1517904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エスケープした場合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1956816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&amp;lt;b&amp;gt;Nico&amp;lt;/b&amp;gt;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23682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28232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9672" y="2642616"/>
            <a:ext cx="4892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15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15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&amp;lt;/b&amp;gt;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323697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28232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28232" y="3511296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28232" y="3840480"/>
            <a:ext cx="1700784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8232" y="3840480"/>
            <a:ext cx="17007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&lt;b&gt;Nico&lt;/b&gt;さん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28232" y="43708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4370832"/>
            <a:ext cx="11521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1412" y="3236976"/>
            <a:ext cx="2491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11412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8572" y="3621024"/>
            <a:ext cx="221742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"こんにちは、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 &lt;b&gt;Nico&lt;/b&gt;さん"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/>
            </a:r>
          </a:p>
          <a:p>
            <a:pPr algn="l"/>
            <a:r>
              <a:rPr sz="11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テキスト1つのまま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html.escape() が置き換える5文字（上から順に実行）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444752" y="1883664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103120" y="1600200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0" y="160020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&amp;amp;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600200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必ず最初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13432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13432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444752" y="2596895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03120" y="2313432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313432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26664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26664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44752" y="3310128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103120" y="3026664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3026664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39896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739896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444752" y="4023360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103120" y="3739896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0" y="3739896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&amp;quot;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739896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quote=True のとき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53128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453128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'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444752" y="4736592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103120" y="4453128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03120" y="445312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&amp;#x27;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4453128"/>
            <a:ext cx="21945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quote=True のとき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1097280"/>
            <a:ext cx="5330952" cy="25146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1207008"/>
            <a:ext cx="4873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なぜ「&amp;」を最初に置き換えるのか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664208"/>
            <a:ext cx="4873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順番を逆にすると（&lt; を先に置き換えると）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965960"/>
            <a:ext cx="48737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&amp;amp;lt;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423159"/>
            <a:ext cx="4873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自分が作った &amp; まで置き換えてしまい、画面に「&amp;lt;」と出る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834640"/>
            <a:ext cx="4873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&amp; を先に置き換えれば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3108960"/>
            <a:ext cx="48737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10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　画面には「&lt;」と出る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794760"/>
            <a:ext cx="533095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931920"/>
            <a:ext cx="487375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 ＝ 文字を消すことではない</a:t>
            </a:r>
          </a:p>
          <a:p>
            <a:pPr algn="l"/>
            <a:r>
              <a:rPr sz="6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/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トークナイザが特別扱いする文字を、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文字参照（</a:t>
            </a:r>
            <a:r>
              <a:rPr sz="1200" b="1">
                <a:solidFill>
                  <a:srgbClr val="24404D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など）に言い換えるだけ。</a:t>
            </a:r>
          </a:p>
          <a:p>
            <a:pPr algn="l"/>
            <a:r>
              <a:rPr sz="6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/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文字参照はトークナイザの中で「ただの文字」に戻るので、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画面には元の文字がそのまま表示される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822960"/>
            <a:ext cx="245973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245973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埋め込む場所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822960"/>
            <a:ext cx="22768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71800" y="822960"/>
            <a:ext cx="2276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トークナイザの状態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822960"/>
            <a:ext cx="1911095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0" y="822960"/>
            <a:ext cx="1911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そこから抜け出す文字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79" y="822960"/>
            <a:ext cx="11338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79" y="822960"/>
            <a:ext cx="1133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文字参照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822960"/>
            <a:ext cx="3218688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822960"/>
            <a:ext cx="32186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必要な対策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371600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03520" y="1371600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69479" y="1371600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1371600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499615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本文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87452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&lt;p&gt;{v}&lt;/p&gt;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1371600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1371600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79" y="1371600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1371600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HTMLエスケープ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450592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71800" y="2450592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0" y="2450592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269479" y="2450592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58200" y="2450592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578608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属性値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953511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title="{v}"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450592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Attribute value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(double-quoted)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450592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79" y="2450592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450592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HTMLエスケープ（" を含む）</a:t>
            </a:r>
          </a:p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＋ 属性値は必ず " で囲む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529584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971800" y="3529584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03520" y="3529584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269479" y="3529584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458200" y="3529584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65760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script要素の中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032504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&lt;script&gt;…{v}…&lt;/script&gt;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3240" y="3529584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Script data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3529584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&lt;/script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79" y="3529584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解釈されない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529584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HTMLエスケープは効かない</a:t>
            </a:r>
          </a:p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JSONにして &lt; を \u003c にする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4608576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971800" y="4608576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03520" y="4608576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269479" y="4608576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458200" y="4608576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47365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URLを入れる属性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5111496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href="{v}"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63240" y="4608576"/>
            <a:ext cx="209397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Attribute value state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その後URLとして解釈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0" y="4608576"/>
            <a:ext cx="19110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（抜け出さない）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9479" y="4608576"/>
            <a:ext cx="1133856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4608576"/>
            <a:ext cx="294436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HTMLエスケープだけでは足りない</a:t>
            </a:r>
          </a:p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スキームを http / https に限定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76072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13.2.5.1 Data state / 13.2.5.4 Script data state / 13.2.5.36 Attribute value (double-quoted) state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17804"/>
            <a:ext cx="2633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39312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0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39312" y="717804"/>
            <a:ext cx="2633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Webアプリ（サーバ）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64224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64224" y="717804"/>
            <a:ext cx="2633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被害者のブラウザの中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89136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89136" y="717804"/>
            <a:ext cx="2633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被害者に見えていること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5499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5499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293876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293876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掲示板に、スクリプトを</a:t>
            </a:r>
          </a:p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含む文字列を投稿する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39312" y="1293876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0752" y="1293876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投稿をそのまま</a:t>
            </a:r>
          </a:p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DBに保存する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1293876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89136" y="1293876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1480" y="25374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5374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2281428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281428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あとは待つだけ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2281428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64224" y="2281428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089136" y="2281428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2281428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いつもの掲示板を</a:t>
            </a:r>
          </a:p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開く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52501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5250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3268980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39312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0752" y="3268980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保存された投稿を</a:t>
            </a:r>
          </a:p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エスケープせずに</a:t>
            </a:r>
          </a:p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HTMLへ埋め込んで返す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3268980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トークナイザが生の &lt; を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読み、script要素ができる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89136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0576" y="3268980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いつも通りのページ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5125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51256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256532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39312" y="4256532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364224" y="4256532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256532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スクリプトが「そのサイトの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ページの一部」として動き、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Cookieや画面の情報を読む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89136" y="4256532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80576" y="4256532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何も起きていない</a:t>
            </a:r>
          </a:p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ように見える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550011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550011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244084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受け取った情報で</a:t>
            </a:r>
          </a:p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被害者になりすます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39312" y="5244084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64224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55664" y="5244084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読んだ情報を、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攻撃者のサーバへ送る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89136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80576" y="5244084"/>
            <a:ext cx="2450591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気づかない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996696"/>
            <a:ext cx="1682495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96696"/>
            <a:ext cx="16824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種類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996696"/>
            <a:ext cx="29626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94560" y="996696"/>
            <a:ext cx="29626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罠を仕込む場所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79" y="996696"/>
            <a:ext cx="305409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9" y="996696"/>
            <a:ext cx="305409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文字列をHTMLに入れるのは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996696"/>
            <a:ext cx="3355848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996696"/>
            <a:ext cx="33558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被害者が踏むきっかけ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54533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1682495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反射型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154533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545336"/>
            <a:ext cx="268833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罠URLのクエリ（? 以降）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79" y="154533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545336"/>
            <a:ext cx="277977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サーバ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リクエストの値を、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そのまま応答のHTMLに入れる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54533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545336"/>
            <a:ext cx="308152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攻撃者が送った罠URLを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被害者がクリックする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77977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779776"/>
            <a:ext cx="1682495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格納型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277977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2779776"/>
            <a:ext cx="268833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掲示板の投稿など、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サーバに保存されるデータ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79" y="277977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2779776"/>
            <a:ext cx="277977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サーバ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保存したデータを、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ページのHTMLに入れる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277977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779776"/>
            <a:ext cx="308152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いつものページを開くだけ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（罠URLすら要らない）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01421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014216"/>
            <a:ext cx="1682495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DOM型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4560" y="401421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31720" y="4014216"/>
            <a:ext cx="268833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URLの # 以降など、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ページ内のJSが読む場所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9" y="401421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9240" y="4014216"/>
            <a:ext cx="277977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ブラウザ上のJavaScript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読んだ値を、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innerHTML などでDOMに入れる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401421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200" y="4014216"/>
            <a:ext cx="3081528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罠URLをクリックする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（# 以降はサーバに送られない）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294376"/>
            <a:ext cx="11247120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94376"/>
            <a:ext cx="10789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どの型でも、最後にスクリプトが動くのは被害者のブラウザの中。違うのは「罠の置き場所」と「誰がHTMLに入れるか」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